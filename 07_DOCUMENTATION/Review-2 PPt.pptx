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97900-5489-4A05-B7D8-CABA87BBE708}" v="13" dt="2026-09-25T14:26:16.785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war ‎" userId="db62c28281f24b9d" providerId="LiveId" clId="{225E9A3D-E1DC-4790-85F9-98AAF515BB32}"/>
    <pc:docChg chg="undo custSel modSld">
      <pc:chgData name="Rakeshwar ‎" userId="db62c28281f24b9d" providerId="LiveId" clId="{225E9A3D-E1DC-4790-85F9-98AAF515BB32}" dt="2026-09-25T15:12:58.698" v="60" actId="1076"/>
      <pc:docMkLst>
        <pc:docMk/>
      </pc:docMkLst>
      <pc:sldChg chg="modSp mod">
        <pc:chgData name="Rakeshwar ‎" userId="db62c28281f24b9d" providerId="LiveId" clId="{225E9A3D-E1DC-4790-85F9-98AAF515BB32}" dt="2026-09-25T15:02:48.191" v="57" actId="20577"/>
        <pc:sldMkLst>
          <pc:docMk/>
          <pc:sldMk cId="0" sldId="256"/>
        </pc:sldMkLst>
        <pc:spChg chg="mod">
          <ac:chgData name="Rakeshwar ‎" userId="db62c28281f24b9d" providerId="LiveId" clId="{225E9A3D-E1DC-4790-85F9-98AAF515BB32}" dt="2026-09-25T14:29:15.409" v="17" actId="20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Rakeshwar ‎" userId="db62c28281f24b9d" providerId="LiveId" clId="{225E9A3D-E1DC-4790-85F9-98AAF515BB32}" dt="2026-09-25T15:02:48.191" v="57" actId="20577"/>
          <ac:spMkLst>
            <pc:docMk/>
            <pc:sldMk cId="0" sldId="256"/>
            <ac:spMk id="91" creationId="{00000000-0000-0000-0000-000000000000}"/>
          </ac:spMkLst>
        </pc:spChg>
        <pc:graphicFrameChg chg="modGraphic">
          <ac:chgData name="Rakeshwar ‎" userId="db62c28281f24b9d" providerId="LiveId" clId="{225E9A3D-E1DC-4790-85F9-98AAF515BB32}" dt="2026-09-25T14:48:33.077" v="49" actId="20577"/>
          <ac:graphicFrameMkLst>
            <pc:docMk/>
            <pc:sldMk cId="0" sldId="256"/>
            <ac:graphicFrameMk id="2" creationId="{67669B82-28E1-6B84-884A-EF2B68034CD5}"/>
          </ac:graphicFrameMkLst>
        </pc:graphicFrameChg>
      </pc:sldChg>
      <pc:sldChg chg="modSp mod">
        <pc:chgData name="Rakeshwar ‎" userId="db62c28281f24b9d" providerId="LiveId" clId="{225E9A3D-E1DC-4790-85F9-98AAF515BB32}" dt="2026-09-25T14:52:49.275" v="50" actId="2711"/>
        <pc:sldMkLst>
          <pc:docMk/>
          <pc:sldMk cId="0" sldId="257"/>
        </pc:sldMkLst>
        <pc:spChg chg="mod">
          <ac:chgData name="Rakeshwar ‎" userId="db62c28281f24b9d" providerId="LiveId" clId="{225E9A3D-E1DC-4790-85F9-98AAF515BB32}" dt="2026-09-25T14:52:49.275" v="50" actId="2711"/>
          <ac:spMkLst>
            <pc:docMk/>
            <pc:sldMk cId="0" sldId="257"/>
            <ac:spMk id="97" creationId="{00000000-0000-0000-0000-000000000000}"/>
          </ac:spMkLst>
        </pc:spChg>
      </pc:sldChg>
      <pc:sldChg chg="addSp delSp modSp mod">
        <pc:chgData name="Rakeshwar ‎" userId="db62c28281f24b9d" providerId="LiveId" clId="{225E9A3D-E1DC-4790-85F9-98AAF515BB32}" dt="2026-09-25T15:12:58.698" v="60" actId="1076"/>
        <pc:sldMkLst>
          <pc:docMk/>
          <pc:sldMk cId="2856357337" sldId="268"/>
        </pc:sldMkLst>
        <pc:picChg chg="del mod">
          <ac:chgData name="Rakeshwar ‎" userId="db62c28281f24b9d" providerId="LiveId" clId="{225E9A3D-E1DC-4790-85F9-98AAF515BB32}" dt="2026-09-25T15:12:46.008" v="58" actId="478"/>
          <ac:picMkLst>
            <pc:docMk/>
            <pc:sldMk cId="2856357337" sldId="268"/>
            <ac:picMk id="3" creationId="{8A3A0E01-C383-04A3-A268-63B1FE845E23}"/>
          </ac:picMkLst>
        </pc:picChg>
        <pc:picChg chg="add mod">
          <ac:chgData name="Rakeshwar ‎" userId="db62c28281f24b9d" providerId="LiveId" clId="{225E9A3D-E1DC-4790-85F9-98AAF515BB32}" dt="2026-09-25T15:12:58.698" v="60" actId="1076"/>
          <ac:picMkLst>
            <pc:docMk/>
            <pc:sldMk cId="2856357337" sldId="268"/>
            <ac:picMk id="6" creationId="{A572E1B8-E377-489E-7757-039E6155E68F}"/>
          </ac:picMkLst>
        </pc:picChg>
      </pc:sldChg>
      <pc:sldChg chg="modSp mod">
        <pc:chgData name="Rakeshwar ‎" userId="db62c28281f24b9d" providerId="LiveId" clId="{225E9A3D-E1DC-4790-85F9-98AAF515BB32}" dt="2026-09-25T14:26:46.846" v="11" actId="27636"/>
        <pc:sldMkLst>
          <pc:docMk/>
          <pc:sldMk cId="479890276" sldId="270"/>
        </pc:sldMkLst>
        <pc:spChg chg="mod">
          <ac:chgData name="Rakeshwar ‎" userId="db62c28281f24b9d" providerId="LiveId" clId="{225E9A3D-E1DC-4790-85F9-98AAF515BB32}" dt="2026-09-25T14:26:46.846" v="11" actId="27636"/>
          <ac:spMkLst>
            <pc:docMk/>
            <pc:sldMk cId="479890276" sldId="270"/>
            <ac:spMk id="115" creationId="{00000000-0000-0000-0000-000000000000}"/>
          </ac:spMkLst>
        </pc:spChg>
      </pc:sldChg>
      <pc:sldChg chg="modSp">
        <pc:chgData name="Rakeshwar ‎" userId="db62c28281f24b9d" providerId="LiveId" clId="{225E9A3D-E1DC-4790-85F9-98AAF515BB32}" dt="2026-09-25T14:26:11.368" v="9"/>
        <pc:sldMkLst>
          <pc:docMk/>
          <pc:sldMk cId="3338832548" sldId="272"/>
        </pc:sldMkLst>
        <pc:graphicFrameChg chg="mod">
          <ac:chgData name="Rakeshwar ‎" userId="db62c28281f24b9d" providerId="LiveId" clId="{225E9A3D-E1DC-4790-85F9-98AAF515BB32}" dt="2026-09-25T14:26:11.368" v="9"/>
          <ac:graphicFrameMkLst>
            <pc:docMk/>
            <pc:sldMk cId="3338832548" sldId="272"/>
            <ac:graphicFrameMk id="3" creationId="{EFFE4E69-DCD2-4F9B-8A3A-FD3D1F9B67DF}"/>
          </ac:graphicFrameMkLst>
        </pc:graphicFrameChg>
      </pc:sldChg>
      <pc:sldChg chg="addSp delSp modSp mod">
        <pc:chgData name="Rakeshwar ‎" userId="db62c28281f24b9d" providerId="LiveId" clId="{225E9A3D-E1DC-4790-85F9-98AAF515BB32}" dt="2026-09-25T14:55:04.191" v="55" actId="14100"/>
        <pc:sldMkLst>
          <pc:docMk/>
          <pc:sldMk cId="3966353741" sldId="277"/>
        </pc:sldMkLst>
        <pc:spChg chg="del mod">
          <ac:chgData name="Rakeshwar ‎" userId="db62c28281f24b9d" providerId="LiveId" clId="{225E9A3D-E1DC-4790-85F9-98AAF515BB32}" dt="2026-09-25T14:43:37.957" v="29" actId="478"/>
          <ac:spMkLst>
            <pc:docMk/>
            <pc:sldMk cId="3966353741" sldId="277"/>
            <ac:spMk id="115" creationId="{B656EE7D-C165-CFED-D8E1-B5E966F08961}"/>
          </ac:spMkLst>
        </pc:spChg>
        <pc:picChg chg="add del mod">
          <ac:chgData name="Rakeshwar ‎" userId="db62c28281f24b9d" providerId="LiveId" clId="{225E9A3D-E1DC-4790-85F9-98AAF515BB32}" dt="2026-09-25T14:45:12.073" v="44" actId="478"/>
          <ac:picMkLst>
            <pc:docMk/>
            <pc:sldMk cId="3966353741" sldId="277"/>
            <ac:picMk id="3" creationId="{4E174B34-A9C5-9B7A-0B7A-36A6AF9983E2}"/>
          </ac:picMkLst>
        </pc:picChg>
        <pc:picChg chg="add del mod">
          <ac:chgData name="Rakeshwar ‎" userId="db62c28281f24b9d" providerId="LiveId" clId="{225E9A3D-E1DC-4790-85F9-98AAF515BB32}" dt="2026-09-25T14:44:47.930" v="38" actId="478"/>
          <ac:picMkLst>
            <pc:docMk/>
            <pc:sldMk cId="3966353741" sldId="277"/>
            <ac:picMk id="5" creationId="{544B18A1-708D-2220-37D1-298820394BAC}"/>
          </ac:picMkLst>
        </pc:picChg>
        <pc:picChg chg="add del mod">
          <ac:chgData name="Rakeshwar ‎" userId="db62c28281f24b9d" providerId="LiveId" clId="{225E9A3D-E1DC-4790-85F9-98AAF515BB32}" dt="2026-09-25T14:45:37.290" v="46" actId="478"/>
          <ac:picMkLst>
            <pc:docMk/>
            <pc:sldMk cId="3966353741" sldId="277"/>
            <ac:picMk id="7" creationId="{86065A3C-0CBC-709F-1DCC-54233AF7C122}"/>
          </ac:picMkLst>
        </pc:picChg>
        <pc:picChg chg="add mod">
          <ac:chgData name="Rakeshwar ‎" userId="db62c28281f24b9d" providerId="LiveId" clId="{225E9A3D-E1DC-4790-85F9-98AAF515BB32}" dt="2026-09-25T14:55:04.191" v="55" actId="14100"/>
          <ac:picMkLst>
            <pc:docMk/>
            <pc:sldMk cId="3966353741" sldId="277"/>
            <ac:picMk id="9" creationId="{70C7B5F7-E67A-6971-2897-5AE9FCB37C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REVIEW-2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26-09-2026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Development of a Software Application for Analysis and Processing of DVB-S2 Receiver Output Stream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429369" y="1946936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ID:PRJ_111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Irfan Rajab Bhat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CSE7102- 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Engineering(AI&amp;ML)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 Shyam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Ms. Sumita </a:t>
            </a:r>
            <a:r>
              <a:rPr lang="en-US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Guddin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2967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Sl.No</a:t>
                      </a:r>
                      <a:endParaRPr lang="en-GB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lang="en-GB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lang="en-GB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GB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 </a:t>
                      </a:r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Vengala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20231COM0001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GB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SK Samad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20231COM0031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GB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Rakeshwar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20231COM0008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52113" y="1946936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No:23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Literature/research understanding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Methodology and architecture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Individual contribution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DVB-S2 receiver outputs can be available in different formats such as MPEG-TS, GSE and DVB-S2 Baseband Frames. Existing analysis approaches are often format-specific and do not provide a unified workflow for stream health analysis, anomaly detection, pattern analysis, visualization and reporting.</a:t>
            </a:r>
          </a:p>
          <a:p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Manual inspection of large receiver-output streams is time-consuming and makes it difficult to identify abnormal windows and interpret their characteristics consistently.</a:t>
            </a:r>
          </a:p>
          <a:p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Therefore, there is a need for a unified software application that can parse multiple receiver-output formats, extract meaningful features, detect statistical anomalies and generate diagnostic reports while preserving format-specific semantics.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IN" sz="2900" b="1" dirty="0">
                <a:latin typeface="Cambria" panose="02040503050406030204" pitchFamily="18" charset="0"/>
                <a:ea typeface="Cambria" panose="02040503050406030204" pitchFamily="18" charset="0"/>
              </a:rPr>
              <a:t>Multi-Format Stream Processing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 parse and analyze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MPEG-TS, GSE and DVB-S2 BBFrame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receiver-output streams using format-specific processing.</a:t>
            </a:r>
          </a:p>
          <a:p>
            <a:pPr>
              <a:lnSpc>
                <a:spcPct val="170000"/>
              </a:lnSpc>
            </a:pPr>
            <a:r>
              <a:rPr lang="en-IN" sz="2900" b="1" dirty="0">
                <a:latin typeface="Cambria" panose="02040503050406030204" pitchFamily="18" charset="0"/>
                <a:ea typeface="Cambria" panose="02040503050406030204" pitchFamily="18" charset="0"/>
              </a:rPr>
              <a:t>Stream Health Analysis</a:t>
            </a:r>
            <a:b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 extract stream integrity and structural metrics for identifying healthy and abnormal stream conditions.</a:t>
            </a:r>
          </a:p>
          <a:p>
            <a:pPr>
              <a:lnSpc>
                <a:spcPct val="170000"/>
              </a:lnSpc>
            </a:pPr>
            <a:r>
              <a:rPr lang="en-IN" sz="2900" b="1" dirty="0">
                <a:latin typeface="Cambria" panose="02040503050406030204" pitchFamily="18" charset="0"/>
                <a:ea typeface="Cambria" panose="02040503050406030204" pitchFamily="18" charset="0"/>
              </a:rPr>
              <a:t>Anomaly Detection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 implement an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Isolation Forest-based unsupervised anomaly detection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approach for identifying statistically unusual analysis windows.</a:t>
            </a:r>
          </a:p>
          <a:p>
            <a:pPr>
              <a:lnSpc>
                <a:spcPct val="170000"/>
              </a:lnSpc>
            </a:pPr>
            <a:r>
              <a:rPr lang="en-IN" sz="29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 and Diagnosis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 provide timeline visualization, pattern analysis and feature-based anomaly explanations for investigation of detected events.</a:t>
            </a:r>
          </a:p>
          <a:p>
            <a:pPr>
              <a:lnSpc>
                <a:spcPct val="170000"/>
              </a:lnSpc>
            </a:pPr>
            <a:r>
              <a:rPr lang="en-IN" sz="2900" b="1" dirty="0">
                <a:latin typeface="Cambria" panose="02040503050406030204" pitchFamily="18" charset="0"/>
                <a:ea typeface="Cambria" panose="02040503050406030204" pitchFamily="18" charset="0"/>
              </a:rPr>
              <a:t>Automated Reporting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 generate structured analysis reports and enable semantically valid comparison of compatible stream metrics.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Literature/research understanding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 DVB-S2 Standards</a:t>
            </a:r>
          </a:p>
          <a:p>
            <a:pPr lvl="1"/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ETSI EN 302 307-1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 defines the DVB-S2 framing, channel coding and modulation framework used by satellite broadcasting systems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58800" lvl="1" indent="0" algn="just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MPEG-TS and GSE</a:t>
            </a:r>
          </a:p>
          <a:p>
            <a:pPr lvl="1"/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ISO/IEC 13818-1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 defines MPEG Transport Stream structure, while </a:t>
            </a:r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ETSI TS 102 606-1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 defines Generic Stream Encapsulation for carrying network-layer data over DVB systems.</a:t>
            </a:r>
          </a:p>
          <a:p>
            <a:pPr lvl="1"/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Anomaly Detection</a:t>
            </a:r>
          </a:p>
          <a:p>
            <a:pPr lvl="1"/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Isolation Forest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, proposed by Liu, Ting and Zhou, provides an unsupervised approach for identifying observations that are easier to isolate from the normal population.</a:t>
            </a:r>
          </a:p>
          <a:p>
            <a:pPr marL="558800" lvl="1" indent="0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 lvl="1"/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Existing work provides standards-based protocol processing and independent anomaly-detection techniques, but PRJ_111 focuses on integrating </a:t>
            </a:r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multi-format receiver-output parsing, feature extraction, anomaly detection, timeline investigation, explanation and automated reporting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 into a single workstation.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Methodology and Architecture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C7B5F7-E67A-6971-2897-5AE9FCB37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60B4EA-ADE8-486A-E834-9547FECE7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22565"/>
              </p:ext>
            </p:extLst>
          </p:nvPr>
        </p:nvGraphicFramePr>
        <p:xfrm>
          <a:off x="999610" y="1018539"/>
          <a:ext cx="5705990" cy="4595681"/>
        </p:xfrm>
        <a:graphic>
          <a:graphicData uri="http://schemas.openxmlformats.org/drawingml/2006/table">
            <a:tbl>
              <a:tblPr firstRow="1" bandRow="1"/>
              <a:tblGrid>
                <a:gridCol w="2852995">
                  <a:extLst>
                    <a:ext uri="{9D8B030D-6E8A-4147-A177-3AD203B41FA5}">
                      <a16:colId xmlns:a16="http://schemas.microsoft.com/office/drawing/2014/main" val="3247636638"/>
                    </a:ext>
                  </a:extLst>
                </a:gridCol>
                <a:gridCol w="2852995">
                  <a:extLst>
                    <a:ext uri="{9D8B030D-6E8A-4147-A177-3AD203B41FA5}">
                      <a16:colId xmlns:a16="http://schemas.microsoft.com/office/drawing/2014/main" val="3557778203"/>
                    </a:ext>
                  </a:extLst>
                </a:gridCol>
              </a:tblGrid>
              <a:tr h="38297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891006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MPEG-TS 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308593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GSE 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153927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DVB-S2 BBFrame 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569146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Unified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361152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F1 Stream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179454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F2 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898043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F3 Pattern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15552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F4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61601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F5 Anomaly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636072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F6 Stream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156457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F7 Report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641354"/>
                  </a:ext>
                </a:extLst>
              </a:tr>
              <a:tr h="35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Web Workstation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8368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A91F11-D243-7D95-A12B-57234AE427C7}"/>
              </a:ext>
            </a:extLst>
          </p:cNvPr>
          <p:cNvSpPr txBox="1"/>
          <p:nvPr/>
        </p:nvSpPr>
        <p:spPr>
          <a:xfrm>
            <a:off x="6977230" y="1143000"/>
            <a:ext cx="488047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240/240 Python tests </a:t>
            </a:r>
            <a:r>
              <a:rPr lang="en-IN" sz="18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  <a:b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9/9 Frontend tests </a:t>
            </a:r>
            <a:r>
              <a:rPr lang="en-IN" sz="18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  <a:b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Next.js production build </a:t>
            </a:r>
            <a:r>
              <a:rPr lang="en-IN" sz="18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Core F1–F7 functionality is implemented. Remaining work 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focuses on continuous/chunked processing, broader validation, 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optimization and final packaging.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Contribution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FE4E69-DCD2-4F9B-8A3A-FD3D1F9B6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95198"/>
              </p:ext>
            </p:extLst>
          </p:nvPr>
        </p:nvGraphicFramePr>
        <p:xfrm>
          <a:off x="812801" y="1062973"/>
          <a:ext cx="10668000" cy="4767554"/>
        </p:xfrm>
        <a:graphic>
          <a:graphicData uri="http://schemas.openxmlformats.org/drawingml/2006/table">
            <a:tbl>
              <a:tblPr firstRow="1" bandRow="1"/>
              <a:tblGrid>
                <a:gridCol w="3556000">
                  <a:extLst>
                    <a:ext uri="{9D8B030D-6E8A-4147-A177-3AD203B41FA5}">
                      <a16:colId xmlns:a16="http://schemas.microsoft.com/office/drawing/2014/main" val="146400156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80468492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565188102"/>
                    </a:ext>
                  </a:extLst>
                </a:gridCol>
              </a:tblGrid>
              <a:tr h="968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Rakeshwar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Core Development &amp; Technical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SK Samad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Testing, Validation &amp; Development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 </a:t>
                      </a:r>
                      <a:r>
                        <a:rPr lang="en-IN" sz="18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Vengala</a:t>
                      </a: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Rao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Frontend, Visualization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66393677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Stream handling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Stream health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Web workstation development </a:t>
                      </a:r>
                    </a:p>
                    <a:p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1626485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MPEG-TS parser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Automated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Dashboard interface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633309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GSE parser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Validation experiments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Timeline visualization </a:t>
                      </a:r>
                    </a:p>
                    <a:p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84733255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BBFrame parser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Literature review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Comparison interface </a:t>
                      </a:r>
                    </a:p>
                    <a:p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27698818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Format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Technical documentation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Telemetry presentation </a:t>
                      </a:r>
                    </a:p>
                    <a:p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4864574"/>
                  </a:ext>
                </a:extLst>
              </a:tr>
              <a:tr h="63315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Isolation Forest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Set Validation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UI/UX development </a:t>
                      </a:r>
                    </a:p>
                    <a:p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813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051719"/>
            <a:ext cx="106680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Repository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PRJ_111 — DVB-S2 Receiver Output Stream Analyzer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https://github.com/rakesh0709/PRJ_111_DVB-S2_Analysis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Repository contains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Backend source code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Frontend application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F1–F7 implementation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Tests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Documentation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Dataset processing utilities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Project configuration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2E1B8-E377-489E-7757-039E6155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550" y="1666875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PRJ_111 presents a unified software application for analysis and processing of DVB-S2 receiver-output streams across MPEG-TS, GSE and DVB-S2 BBFrame formats.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Implemented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format-specific parsers and unified feature extraction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while preserving native format semantics.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Integrated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stream health analysis, Isolation Forest anomaly detection and structural pattern analysis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Developed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timeline visualization, anomaly explanation, semantic stream comparison and automated reporting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Verified the implementation using automated tests and real receiver-output datasets.</a:t>
            </a:r>
          </a:p>
          <a:p>
            <a:pPr lvl="0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The current implementation establishes a functional multi-format analysis workstation, with continuous processing, broader validation and deployment planned for the next phase.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ETSI,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EN 302 307-1: Digital Video Broadcasting (DVB); Second generation framing structure, channel coding and modulation systems for Broadcasting, Interactive Services, News Gathering and other broadband satellite applications (DVB-S2).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ETSI,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TS 102 606-1: Digital Video Broadcasting (DVB); Generic Stream Encapsulation (GSE); Part 1: Protocol.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ISO/IEC,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13818-1: Information technology — Generic coding of moving pictures and associated audio information — Part 1: Systems.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[4]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ETSI,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TR 101 290: Measurement Guidelines for DVB Systems.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[5]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F. T. Liu, K. M. Ting, and Z.-H. Zhou, “Isolation Forest,” in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Conference on Data Mining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2008, pp. 413–422.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[6]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F. T. Liu, K. M. Ting, and Z.-H. Zhou, “Isolation-based anomaly detection,”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ACM Transactions on Knowledge Discovery from Data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6, no. 1, 2012.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[7]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A. Morello and V. Mignone, “DVB-S2: The second generation standard for satellite broadband services,”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Proceedings of the IEEE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94, no. 1, pp. 210–227, 2006.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[8]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V. Chandola, A. Banerjee, and V. Kumar, “Anomaly detection: A survey,”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ACM Computing Surveys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41, no. 3, 2009.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1078</Words>
  <Application>Microsoft Office PowerPoint</Application>
  <PresentationFormat>Widescreen</PresentationFormat>
  <Paragraphs>160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Verdana</vt:lpstr>
      <vt:lpstr>Wingdings</vt:lpstr>
      <vt:lpstr>Bioinformatics</vt:lpstr>
      <vt:lpstr>PowerPoint Presentation</vt:lpstr>
      <vt:lpstr>Development of a Software Application for Analysis and Processing of DVB-S2 Receiver Output Stream</vt:lpstr>
      <vt:lpstr>INDEX</vt:lpstr>
      <vt:lpstr>Problem Statement:</vt:lpstr>
      <vt:lpstr>Objectives</vt:lpstr>
      <vt:lpstr>Literature/research understanding </vt:lpstr>
      <vt:lpstr>Methodology and Architecture</vt:lpstr>
      <vt:lpstr>Implementation Progress</vt:lpstr>
      <vt:lpstr>Individual Contribution</vt:lpstr>
      <vt:lpstr>Github Link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Rakeshwar ‎</cp:lastModifiedBy>
  <cp:revision>48</cp:revision>
  <dcterms:modified xsi:type="dcterms:W3CDTF">2026-09-25T15:13:00Z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