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9"/>
  </p:notesMasterIdLst>
  <p:sldIdLst>
    <p:sldId id="274" r:id="rId5"/>
    <p:sldId id="256" r:id="rId6"/>
    <p:sldId id="257" r:id="rId7"/>
    <p:sldId id="269" r:id="rId8"/>
    <p:sldId id="268" r:id="rId9"/>
    <p:sldId id="273" r:id="rId10"/>
    <p:sldId id="275" r:id="rId11"/>
    <p:sldId id="277" r:id="rId12"/>
    <p:sldId id="276" r:id="rId13"/>
    <p:sldId id="272" r:id="rId14"/>
    <p:sldId id="271" r:id="rId15"/>
    <p:sldId id="270" r:id="rId16"/>
    <p:sldId id="265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39B481-21A4-4D84-BFBD-AF1C91C9F155}" v="75" dt="2026-08-28T18:00:02.467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war ‎" userId="db62c28281f24b9d" providerId="LiveId" clId="{225E9A3D-E1DC-4790-85F9-98AAF515BB32}"/>
    <pc:docChg chg="undo redo custSel modSld">
      <pc:chgData name="Rakeshwar ‎" userId="db62c28281f24b9d" providerId="LiveId" clId="{225E9A3D-E1DC-4790-85F9-98AAF515BB32}" dt="2026-08-28T18:02:15.746" v="1008" actId="20577"/>
      <pc:docMkLst>
        <pc:docMk/>
      </pc:docMkLst>
      <pc:sldChg chg="addSp modSp mod">
        <pc:chgData name="Rakeshwar ‎" userId="db62c28281f24b9d" providerId="LiveId" clId="{225E9A3D-E1DC-4790-85F9-98AAF515BB32}" dt="2026-08-28T16:38:44.644" v="106" actId="313"/>
        <pc:sldMkLst>
          <pc:docMk/>
          <pc:sldMk cId="0" sldId="256"/>
        </pc:sldMkLst>
        <pc:spChg chg="mod">
          <ac:chgData name="Rakeshwar ‎" userId="db62c28281f24b9d" providerId="LiveId" clId="{225E9A3D-E1DC-4790-85F9-98AAF515BB32}" dt="2026-08-28T16:34:36.660" v="53" actId="1076"/>
          <ac:spMkLst>
            <pc:docMk/>
            <pc:sldMk cId="0" sldId="256"/>
            <ac:spMk id="5" creationId="{C68A9A96-FA24-D641-CFDC-9A25FFD27478}"/>
          </ac:spMkLst>
        </pc:spChg>
        <pc:spChg chg="mod">
          <ac:chgData name="Rakeshwar ‎" userId="db62c28281f24b9d" providerId="LiveId" clId="{225E9A3D-E1DC-4790-85F9-98AAF515BB32}" dt="2026-08-28T16:38:44.644" v="106" actId="313"/>
          <ac:spMkLst>
            <pc:docMk/>
            <pc:sldMk cId="0" sldId="256"/>
            <ac:spMk id="8" creationId="{00000000-0000-0000-0000-000000000000}"/>
          </ac:spMkLst>
        </pc:spChg>
        <pc:spChg chg="mod">
          <ac:chgData name="Rakeshwar ‎" userId="db62c28281f24b9d" providerId="LiveId" clId="{225E9A3D-E1DC-4790-85F9-98AAF515BB32}" dt="2026-08-28T16:34:20.218" v="51" actId="20577"/>
          <ac:spMkLst>
            <pc:docMk/>
            <pc:sldMk cId="0" sldId="256"/>
            <ac:spMk id="87" creationId="{00000000-0000-0000-0000-000000000000}"/>
          </ac:spMkLst>
        </pc:spChg>
        <pc:spChg chg="mod">
          <ac:chgData name="Rakeshwar ‎" userId="db62c28281f24b9d" providerId="LiveId" clId="{225E9A3D-E1DC-4790-85F9-98AAF515BB32}" dt="2026-08-28T16:34:31.498" v="52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Rakeshwar ‎" userId="db62c28281f24b9d" providerId="LiveId" clId="{225E9A3D-E1DC-4790-85F9-98AAF515BB32}" dt="2026-08-28T16:36:24.772" v="88" actId="20577"/>
          <ac:spMkLst>
            <pc:docMk/>
            <pc:sldMk cId="0" sldId="256"/>
            <ac:spMk id="90" creationId="{00000000-0000-0000-0000-000000000000}"/>
          </ac:spMkLst>
        </pc:spChg>
        <pc:graphicFrameChg chg="add mod">
          <ac:chgData name="Rakeshwar ‎" userId="db62c28281f24b9d" providerId="LiveId" clId="{225E9A3D-E1DC-4790-85F9-98AAF515BB32}" dt="2026-08-28T16:35:12.532" v="54"/>
          <ac:graphicFrameMkLst>
            <pc:docMk/>
            <pc:sldMk cId="0" sldId="256"/>
            <ac:graphicFrameMk id="3" creationId="{2471A679-A9A9-8C6B-AFB8-ED4E86A027F6}"/>
          </ac:graphicFrameMkLst>
        </pc:graphicFrameChg>
      </pc:sldChg>
      <pc:sldChg chg="modSp mod">
        <pc:chgData name="Rakeshwar ‎" userId="db62c28281f24b9d" providerId="LiveId" clId="{225E9A3D-E1DC-4790-85F9-98AAF515BB32}" dt="2026-08-28T17:41:57.926" v="915" actId="14100"/>
        <pc:sldMkLst>
          <pc:docMk/>
          <pc:sldMk cId="0" sldId="257"/>
        </pc:sldMkLst>
        <pc:spChg chg="mod">
          <ac:chgData name="Rakeshwar ‎" userId="db62c28281f24b9d" providerId="LiveId" clId="{225E9A3D-E1DC-4790-85F9-98AAF515BB32}" dt="2026-08-28T17:41:57.926" v="915" actId="14100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Rakeshwar ‎" userId="db62c28281f24b9d" providerId="LiveId" clId="{225E9A3D-E1DC-4790-85F9-98AAF515BB32}" dt="2026-08-28T17:53:27.099" v="943"/>
        <pc:sldMkLst>
          <pc:docMk/>
          <pc:sldMk cId="0" sldId="265"/>
        </pc:sldMkLst>
        <pc:spChg chg="mod">
          <ac:chgData name="Rakeshwar ‎" userId="db62c28281f24b9d" providerId="LiveId" clId="{225E9A3D-E1DC-4790-85F9-98AAF515BB32}" dt="2026-08-28T17:53:27.099" v="943"/>
          <ac:spMkLst>
            <pc:docMk/>
            <pc:sldMk cId="0" sldId="265"/>
            <ac:spMk id="145" creationId="{00000000-0000-0000-0000-000000000000}"/>
          </ac:spMkLst>
        </pc:spChg>
      </pc:sldChg>
      <pc:sldChg chg="modSp mod">
        <pc:chgData name="Rakeshwar ‎" userId="db62c28281f24b9d" providerId="LiveId" clId="{225E9A3D-E1DC-4790-85F9-98AAF515BB32}" dt="2026-08-28T17:51:02.087" v="933" actId="20577"/>
        <pc:sldMkLst>
          <pc:docMk/>
          <pc:sldMk cId="2856357337" sldId="268"/>
        </pc:sldMkLst>
        <pc:spChg chg="mod">
          <ac:chgData name="Rakeshwar ‎" userId="db62c28281f24b9d" providerId="LiveId" clId="{225E9A3D-E1DC-4790-85F9-98AAF515BB32}" dt="2026-08-28T17:51:02.087" v="933" actId="20577"/>
          <ac:spMkLst>
            <pc:docMk/>
            <pc:sldMk cId="2856357337" sldId="268"/>
            <ac:spMk id="5" creationId="{00000000-0000-0000-0000-000000000000}"/>
          </ac:spMkLst>
        </pc:spChg>
      </pc:sldChg>
      <pc:sldChg chg="modSp mod">
        <pc:chgData name="Rakeshwar ‎" userId="db62c28281f24b9d" providerId="LiveId" clId="{225E9A3D-E1DC-4790-85F9-98AAF515BB32}" dt="2026-08-28T17:25:45.035" v="664" actId="20577"/>
        <pc:sldMkLst>
          <pc:docMk/>
          <pc:sldMk cId="2143451837" sldId="269"/>
        </pc:sldMkLst>
        <pc:spChg chg="mod">
          <ac:chgData name="Rakeshwar ‎" userId="db62c28281f24b9d" providerId="LiveId" clId="{225E9A3D-E1DC-4790-85F9-98AAF515BB32}" dt="2026-08-28T16:39:57.332" v="113" actId="20577"/>
          <ac:spMkLst>
            <pc:docMk/>
            <pc:sldMk cId="2143451837" sldId="269"/>
            <ac:spMk id="96" creationId="{00000000-0000-0000-0000-000000000000}"/>
          </ac:spMkLst>
        </pc:spChg>
        <pc:spChg chg="mod">
          <ac:chgData name="Rakeshwar ‎" userId="db62c28281f24b9d" providerId="LiveId" clId="{225E9A3D-E1DC-4790-85F9-98AAF515BB32}" dt="2026-08-28T17:25:45.035" v="664" actId="20577"/>
          <ac:spMkLst>
            <pc:docMk/>
            <pc:sldMk cId="2143451837" sldId="269"/>
            <ac:spMk id="97" creationId="{00000000-0000-0000-0000-000000000000}"/>
          </ac:spMkLst>
        </pc:spChg>
      </pc:sldChg>
      <pc:sldChg chg="addSp delSp modSp mod">
        <pc:chgData name="Rakeshwar ‎" userId="db62c28281f24b9d" providerId="LiveId" clId="{225E9A3D-E1DC-4790-85F9-98AAF515BB32}" dt="2026-08-28T17:37:32.220" v="674" actId="14100"/>
        <pc:sldMkLst>
          <pc:docMk/>
          <pc:sldMk cId="479890276" sldId="270"/>
        </pc:sldMkLst>
        <pc:spChg chg="del">
          <ac:chgData name="Rakeshwar ‎" userId="db62c28281f24b9d" providerId="LiveId" clId="{225E9A3D-E1DC-4790-85F9-98AAF515BB32}" dt="2026-08-28T17:17:11.767" v="628" actId="478"/>
          <ac:spMkLst>
            <pc:docMk/>
            <pc:sldMk cId="479890276" sldId="270"/>
            <ac:spMk id="115" creationId="{00000000-0000-0000-0000-000000000000}"/>
          </ac:spMkLst>
        </pc:spChg>
        <pc:picChg chg="add mod">
          <ac:chgData name="Rakeshwar ‎" userId="db62c28281f24b9d" providerId="LiveId" clId="{225E9A3D-E1DC-4790-85F9-98AAF515BB32}" dt="2026-08-28T17:37:32.220" v="674" actId="14100"/>
          <ac:picMkLst>
            <pc:docMk/>
            <pc:sldMk cId="479890276" sldId="270"/>
            <ac:picMk id="3" creationId="{C7EEC352-3C3B-97D5-A3C5-7B5DB2D21456}"/>
          </ac:picMkLst>
        </pc:picChg>
      </pc:sldChg>
      <pc:sldChg chg="addSp delSp modSp mod">
        <pc:chgData name="Rakeshwar ‎" userId="db62c28281f24b9d" providerId="LiveId" clId="{225E9A3D-E1DC-4790-85F9-98AAF515BB32}" dt="2026-08-28T17:06:44.706" v="501"/>
        <pc:sldMkLst>
          <pc:docMk/>
          <pc:sldMk cId="2000455742" sldId="271"/>
        </pc:sldMkLst>
        <pc:spChg chg="del">
          <ac:chgData name="Rakeshwar ‎" userId="db62c28281f24b9d" providerId="LiveId" clId="{225E9A3D-E1DC-4790-85F9-98AAF515BB32}" dt="2026-08-28T17:02:36.676" v="467" actId="478"/>
          <ac:spMkLst>
            <pc:docMk/>
            <pc:sldMk cId="2000455742" sldId="271"/>
            <ac:spMk id="115" creationId="{00000000-0000-0000-0000-000000000000}"/>
          </ac:spMkLst>
        </pc:spChg>
        <pc:graphicFrameChg chg="add del mod">
          <ac:chgData name="Rakeshwar ‎" userId="db62c28281f24b9d" providerId="LiveId" clId="{225E9A3D-E1DC-4790-85F9-98AAF515BB32}" dt="2026-08-28T17:03:02.424" v="471" actId="3680"/>
          <ac:graphicFrameMkLst>
            <pc:docMk/>
            <pc:sldMk cId="2000455742" sldId="271"/>
            <ac:graphicFrameMk id="2" creationId="{72452220-ACEE-10A1-AFCC-90296CB0D48E}"/>
          </ac:graphicFrameMkLst>
        </pc:graphicFrameChg>
        <pc:graphicFrameChg chg="add del mod">
          <ac:chgData name="Rakeshwar ‎" userId="db62c28281f24b9d" providerId="LiveId" clId="{225E9A3D-E1DC-4790-85F9-98AAF515BB32}" dt="2026-08-28T17:03:18.016" v="475" actId="3680"/>
          <ac:graphicFrameMkLst>
            <pc:docMk/>
            <pc:sldMk cId="2000455742" sldId="271"/>
            <ac:graphicFrameMk id="3" creationId="{6D3CD486-6A0D-07F4-8500-6F646D963A80}"/>
          </ac:graphicFrameMkLst>
        </pc:graphicFrameChg>
        <pc:graphicFrameChg chg="add mod modGraphic">
          <ac:chgData name="Rakeshwar ‎" userId="db62c28281f24b9d" providerId="LiveId" clId="{225E9A3D-E1DC-4790-85F9-98AAF515BB32}" dt="2026-08-28T17:06:44.706" v="501"/>
          <ac:graphicFrameMkLst>
            <pc:docMk/>
            <pc:sldMk cId="2000455742" sldId="271"/>
            <ac:graphicFrameMk id="4" creationId="{A03E5893-EE73-8A4B-43FD-8092007B8811}"/>
          </ac:graphicFrameMkLst>
        </pc:graphicFrameChg>
      </pc:sldChg>
      <pc:sldChg chg="addSp delSp modSp mod">
        <pc:chgData name="Rakeshwar ‎" userId="db62c28281f24b9d" providerId="LiveId" clId="{225E9A3D-E1DC-4790-85F9-98AAF515BB32}" dt="2026-08-28T17:09:08.066" v="562" actId="20577"/>
        <pc:sldMkLst>
          <pc:docMk/>
          <pc:sldMk cId="3338832548" sldId="272"/>
        </pc:sldMkLst>
        <pc:spChg chg="add del mod">
          <ac:chgData name="Rakeshwar ‎" userId="db62c28281f24b9d" providerId="LiveId" clId="{225E9A3D-E1DC-4790-85F9-98AAF515BB32}" dt="2026-08-28T17:07:09.345" v="503" actId="478"/>
          <ac:spMkLst>
            <pc:docMk/>
            <pc:sldMk cId="3338832548" sldId="272"/>
            <ac:spMk id="6" creationId="{1FD77F48-C04C-4CEB-0CC7-233A864D1E60}"/>
          </ac:spMkLst>
        </pc:spChg>
        <pc:spChg chg="del mod">
          <ac:chgData name="Rakeshwar ‎" userId="db62c28281f24b9d" providerId="LiveId" clId="{225E9A3D-E1DC-4790-85F9-98AAF515BB32}" dt="2026-08-28T17:07:06.022" v="502" actId="478"/>
          <ac:spMkLst>
            <pc:docMk/>
            <pc:sldMk cId="3338832548" sldId="272"/>
            <ac:spMk id="115" creationId="{00000000-0000-0000-0000-000000000000}"/>
          </ac:spMkLst>
        </pc:spChg>
        <pc:graphicFrameChg chg="add del mod modGraphic">
          <ac:chgData name="Rakeshwar ‎" userId="db62c28281f24b9d" providerId="LiveId" clId="{225E9A3D-E1DC-4790-85F9-98AAF515BB32}" dt="2026-08-28T17:07:11.995" v="504" actId="478"/>
          <ac:graphicFrameMkLst>
            <pc:docMk/>
            <pc:sldMk cId="3338832548" sldId="272"/>
            <ac:graphicFrameMk id="2" creationId="{7AB6FE54-2209-0A6B-9566-5F2FC7E96EE2}"/>
          </ac:graphicFrameMkLst>
        </pc:graphicFrameChg>
        <pc:graphicFrameChg chg="add mod">
          <ac:chgData name="Rakeshwar ‎" userId="db62c28281f24b9d" providerId="LiveId" clId="{225E9A3D-E1DC-4790-85F9-98AAF515BB32}" dt="2026-08-28T16:54:32.856" v="378"/>
          <ac:graphicFrameMkLst>
            <pc:docMk/>
            <pc:sldMk cId="3338832548" sldId="272"/>
            <ac:graphicFrameMk id="3" creationId="{3D5B4E25-EF76-2950-9885-AF2CF3F33C12}"/>
          </ac:graphicFrameMkLst>
        </pc:graphicFrameChg>
        <pc:graphicFrameChg chg="add mod modGraphic">
          <ac:chgData name="Rakeshwar ‎" userId="db62c28281f24b9d" providerId="LiveId" clId="{225E9A3D-E1DC-4790-85F9-98AAF515BB32}" dt="2026-08-28T16:58:43.013" v="427"/>
          <ac:graphicFrameMkLst>
            <pc:docMk/>
            <pc:sldMk cId="3338832548" sldId="272"/>
            <ac:graphicFrameMk id="4" creationId="{0C525BBC-0EFC-64E6-BA4F-35097D5417DF}"/>
          </ac:graphicFrameMkLst>
        </pc:graphicFrameChg>
        <pc:graphicFrameChg chg="add mod modGraphic">
          <ac:chgData name="Rakeshwar ‎" userId="db62c28281f24b9d" providerId="LiveId" clId="{225E9A3D-E1DC-4790-85F9-98AAF515BB32}" dt="2026-08-28T17:09:08.066" v="562" actId="20577"/>
          <ac:graphicFrameMkLst>
            <pc:docMk/>
            <pc:sldMk cId="3338832548" sldId="272"/>
            <ac:graphicFrameMk id="8" creationId="{335E0DE0-D5A8-74C9-B236-7BD673313D0A}"/>
          </ac:graphicFrameMkLst>
        </pc:graphicFrameChg>
      </pc:sldChg>
      <pc:sldChg chg="modSp mod">
        <pc:chgData name="Rakeshwar ‎" userId="db62c28281f24b9d" providerId="LiveId" clId="{225E9A3D-E1DC-4790-85F9-98AAF515BB32}" dt="2026-08-28T17:09:33.058" v="565" actId="404"/>
        <pc:sldMkLst>
          <pc:docMk/>
          <pc:sldMk cId="1030816154" sldId="273"/>
        </pc:sldMkLst>
        <pc:spChg chg="mod">
          <ac:chgData name="Rakeshwar ‎" userId="db62c28281f24b9d" providerId="LiveId" clId="{225E9A3D-E1DC-4790-85F9-98AAF515BB32}" dt="2026-08-28T17:09:33.058" v="565" actId="404"/>
          <ac:spMkLst>
            <pc:docMk/>
            <pc:sldMk cId="1030816154" sldId="273"/>
            <ac:spMk id="115" creationId="{00000000-0000-0000-0000-000000000000}"/>
          </ac:spMkLst>
        </pc:spChg>
      </pc:sldChg>
      <pc:sldChg chg="modSp mod">
        <pc:chgData name="Rakeshwar ‎" userId="db62c28281f24b9d" providerId="LiveId" clId="{225E9A3D-E1DC-4790-85F9-98AAF515BB32}" dt="2026-08-28T18:01:23.402" v="1001" actId="123"/>
        <pc:sldMkLst>
          <pc:docMk/>
          <pc:sldMk cId="1813654228" sldId="275"/>
        </pc:sldMkLst>
        <pc:spChg chg="mod">
          <ac:chgData name="Rakeshwar ‎" userId="db62c28281f24b9d" providerId="LiveId" clId="{225E9A3D-E1DC-4790-85F9-98AAF515BB32}" dt="2026-08-28T18:01:23.402" v="1001" actId="123"/>
          <ac:spMkLst>
            <pc:docMk/>
            <pc:sldMk cId="1813654228" sldId="275"/>
            <ac:spMk id="115" creationId="{4E2DF033-1663-A121-868A-192390F88A5F}"/>
          </ac:spMkLst>
        </pc:spChg>
      </pc:sldChg>
      <pc:sldChg chg="addSp delSp modSp mod">
        <pc:chgData name="Rakeshwar ‎" userId="db62c28281f24b9d" providerId="LiveId" clId="{225E9A3D-E1DC-4790-85F9-98AAF515BB32}" dt="2026-08-28T18:02:15.746" v="1008" actId="20577"/>
        <pc:sldMkLst>
          <pc:docMk/>
          <pc:sldMk cId="385819260" sldId="276"/>
        </pc:sldMkLst>
        <pc:spChg chg="add mod">
          <ac:chgData name="Rakeshwar ‎" userId="db62c28281f24b9d" providerId="LiveId" clId="{225E9A3D-E1DC-4790-85F9-98AAF515BB32}" dt="2026-08-28T18:02:15.746" v="1008" actId="20577"/>
          <ac:spMkLst>
            <pc:docMk/>
            <pc:sldMk cId="385819260" sldId="276"/>
            <ac:spMk id="6" creationId="{3374273A-94F1-323A-D1AD-F0CC7D70B07E}"/>
          </ac:spMkLst>
        </pc:spChg>
        <pc:spChg chg="mod">
          <ac:chgData name="Rakeshwar ‎" userId="db62c28281f24b9d" providerId="LiveId" clId="{225E9A3D-E1DC-4790-85F9-98AAF515BB32}" dt="2026-08-28T17:10:38.938" v="570"/>
          <ac:spMkLst>
            <pc:docMk/>
            <pc:sldMk cId="385819260" sldId="276"/>
            <ac:spMk id="114" creationId="{73128998-8B2C-F90B-C9A2-EF57AD968224}"/>
          </ac:spMkLst>
        </pc:spChg>
        <pc:spChg chg="del mod">
          <ac:chgData name="Rakeshwar ‎" userId="db62c28281f24b9d" providerId="LiveId" clId="{225E9A3D-E1DC-4790-85F9-98AAF515BB32}" dt="2026-08-28T17:11:46.255" v="581" actId="478"/>
          <ac:spMkLst>
            <pc:docMk/>
            <pc:sldMk cId="385819260" sldId="276"/>
            <ac:spMk id="115" creationId="{5B056FAF-9BF2-46B4-CC0B-9C32D2D94626}"/>
          </ac:spMkLst>
        </pc:spChg>
        <pc:graphicFrameChg chg="add mod modGraphic">
          <ac:chgData name="Rakeshwar ‎" userId="db62c28281f24b9d" providerId="LiveId" clId="{225E9A3D-E1DC-4790-85F9-98AAF515BB32}" dt="2026-08-28T18:02:09.427" v="1007" actId="113"/>
          <ac:graphicFrameMkLst>
            <pc:docMk/>
            <pc:sldMk cId="385819260" sldId="276"/>
            <ac:graphicFrameMk id="3" creationId="{E04CF37A-89B3-265A-0E56-2668D9F6534A}"/>
          </ac:graphicFrameMkLst>
        </pc:graphicFrameChg>
        <pc:graphicFrameChg chg="add del mod modGraphic">
          <ac:chgData name="Rakeshwar ‎" userId="db62c28281f24b9d" providerId="LiveId" clId="{225E9A3D-E1DC-4790-85F9-98AAF515BB32}" dt="2026-08-28T17:15:15.546" v="621" actId="478"/>
          <ac:graphicFrameMkLst>
            <pc:docMk/>
            <pc:sldMk cId="385819260" sldId="276"/>
            <ac:graphicFrameMk id="4" creationId="{B4F815D2-F657-0DC7-4A0A-B54BE9797B36}"/>
          </ac:graphicFrameMkLst>
        </pc:graphicFrameChg>
      </pc:sldChg>
      <pc:sldChg chg="addSp modSp mod">
        <pc:chgData name="Rakeshwar ‎" userId="db62c28281f24b9d" providerId="LiveId" clId="{225E9A3D-E1DC-4790-85F9-98AAF515BB32}" dt="2026-08-28T16:46:41.766" v="187" actId="1076"/>
        <pc:sldMkLst>
          <pc:docMk/>
          <pc:sldMk cId="3966353741" sldId="277"/>
        </pc:sldMkLst>
        <pc:picChg chg="add mod">
          <ac:chgData name="Rakeshwar ‎" userId="db62c28281f24b9d" providerId="LiveId" clId="{225E9A3D-E1DC-4790-85F9-98AAF515BB32}" dt="2026-08-28T16:46:41.766" v="187" actId="1076"/>
          <ac:picMkLst>
            <pc:docMk/>
            <pc:sldMk cId="3966353741" sldId="277"/>
            <ac:picMk id="3" creationId="{DCD55FD4-BC67-53DB-3B93-E0FFA2724A3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REVIEW-1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29-08-2026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Development of a Software Application for Analysis and Processing of DVB-S2 Receiver Output Stream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5" y="1849286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ID:PRJ_111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</a:t>
            </a: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Irfan Rajab Bhat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Program(s):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Engineering(AI&amp;ML)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(Team Leader’s):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K Shyam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(Team Leader’s)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Sumita Guddin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 V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502520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 </a:t>
                      </a:r>
                      <a:r>
                        <a:rPr lang="en-GB" dirty="0" err="1"/>
                        <a:t>Vengala</a:t>
                      </a:r>
                      <a:r>
                        <a:rPr lang="en-GB" dirty="0"/>
                        <a:t>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20231COM0001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Sk</a:t>
                      </a:r>
                      <a:r>
                        <a:rPr lang="en-GB" dirty="0"/>
                        <a:t> Samad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20231COM0031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 Rakeshwar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20231COM0008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7" y="1905163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Panel No:23</a:t>
            </a:r>
          </a:p>
          <a:p>
            <a:pPr marL="0" indent="0" algn="l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81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Git Hub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Statement/Output Expected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PRJ_111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: Software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DVB-S2 receivers generate output in different formats such as BB Frames, GSE and MPEG Transport Stream (TS). There is a need for a unified software application that can parse, process and analyze these outputs to determine stream health, detect unusual behaviour and present the results in an understandable form.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Difficulty Level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High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https://github.com/rakesh0709/PRJ_111_DVB-S2_Analysis.git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About the project</a:t>
            </a:r>
          </a:p>
          <a:p>
            <a:pPr lv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DVB-S2 (Digital Video Broadcasting – Satellite – Second Generation)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is widely used for satellite broadcasting and data transmission.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Receiver systems can produce output in different formats, including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BB Frames, GSE and MPEG Transport Stream (TS)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Analyzing these outputs helps identify stream health issues, transmission behaviour and unusual patterns.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Our project aims to develop a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unified software application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parsing, processing and analyzing these receiver outputs. 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system is designed to provide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stream health analysis, anomaly detection, pattern detection, visualization, comparison and automated reporting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799" y="894735"/>
            <a:ext cx="11113729" cy="580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76200" indent="0">
              <a:buNone/>
            </a:pPr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Summary of Key Literature and Contributions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DVB-S2 Standard: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Morello &amp; Mignone (2006) presented the DVB-S2 architecture, framing, coding and modulation, establishing the technical foundation for our stream analysis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Adaptive DVB-S2: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Albertazzi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et al. (2005) studied adaptive coding/modulation and physical-layer performance under varying channel conditions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[2]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DVB-S2 Modem: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Casini et al. (2004) </a:t>
            </a:r>
            <a:r>
              <a:rPr lang="en-IN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analyzed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modem algorithms and performance over typical satellite channels, supporting receiver-processing understanding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[3]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GSE Encapsulation: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Cantillo et al. (2008) investigated efficient GSE encapsulation for IP over DVB-S2 generic streams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[4]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GSE Design: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Cantillo et al. (2007) examined GSE design and IP datagram encapsulation over DVB-S2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[5]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Receiver Test-bed: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Savvopoulos et al. (2008) developed a software-radio test-bed for DVB-S2 receiver measurement and diagnostic analysis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[6]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LSTM Anomaly Detection: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Arbon et al. (2018) applied LSTM networks to identify anomalies in satellite communication systems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[7]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Bi-LSTM Detection: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Pan et al. (2020) used Bi-LSTM prediction to detect anomalies in satellite telemetry sequences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[8]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Explainable Detection: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Zeng et al. (2022) combined causal networks and feature-attention LSTM for satellite telemetry anomaly detection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[9]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lnSpc>
                <a:spcPct val="145000"/>
              </a:lnSpc>
            </a:pP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Co-Attention LSTM: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 Wang et al. (2023) used multiple factors and co-attention LSTM for improved satellite telemetry anomaly detection 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[10]</a:t>
            </a:r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D55FD4-BC67-53DB-3B93-E0FFA2724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Output Expected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CF37A-89B3-265A-0E56-2668D9F65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744116"/>
              </p:ext>
            </p:extLst>
          </p:nvPr>
        </p:nvGraphicFramePr>
        <p:xfrm>
          <a:off x="812800" y="971894"/>
          <a:ext cx="10579510" cy="7628319"/>
        </p:xfrm>
        <a:graphic>
          <a:graphicData uri="http://schemas.openxmlformats.org/drawingml/2006/table">
            <a:tbl>
              <a:tblPr firstRow="1" bandRow="1"/>
              <a:tblGrid>
                <a:gridCol w="5289755">
                  <a:extLst>
                    <a:ext uri="{9D8B030D-6E8A-4147-A177-3AD203B41FA5}">
                      <a16:colId xmlns:a16="http://schemas.microsoft.com/office/drawing/2014/main" val="4270508179"/>
                    </a:ext>
                  </a:extLst>
                </a:gridCol>
                <a:gridCol w="5289755">
                  <a:extLst>
                    <a:ext uri="{9D8B030D-6E8A-4147-A177-3AD203B41FA5}">
                      <a16:colId xmlns:a16="http://schemas.microsoft.com/office/drawing/2014/main" val="2313465842"/>
                    </a:ext>
                  </a:extLst>
                </a:gridCol>
              </a:tblGrid>
              <a:tr h="5379746">
                <a:tc>
                  <a:txBody>
                    <a:bodyPr/>
                    <a:lstStyle/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endParaRPr kumimoji="0" lang="en-US" sz="2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endParaRPr kumimoji="0" lang="en-US" sz="2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1. Stream Health Analysis</a:t>
                      </a:r>
                      <a:endParaRPr kumimoji="0" lang="en-US" sz="2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914400" marR="0" lvl="0" indent="-355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Frame/packet loss </a:t>
                      </a:r>
                    </a:p>
                    <a:p>
                      <a:pPr marL="914400" marR="0" lvl="0" indent="-355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Stream integrity </a:t>
                      </a:r>
                    </a:p>
                    <a:p>
                      <a:pPr marL="914400" marR="0" lvl="0" indent="-355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Basic stream health metrics </a:t>
                      </a:r>
                    </a:p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2. AI-based Anomaly Detection</a:t>
                      </a:r>
                      <a:endParaRPr kumimoji="0" lang="en-US" sz="2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914400" marR="0" lvl="1" indent="-355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Detect unusual parameter </a:t>
                      </a:r>
                      <a:r>
                        <a:rPr kumimoji="0" lang="en-US" sz="2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behaviour</a:t>
                      </a: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 </a:t>
                      </a:r>
                    </a:p>
                    <a:p>
                      <a:pPr marL="914400" marR="0" lvl="1" indent="-355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Identify abnormal stream conditions </a:t>
                      </a:r>
                    </a:p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3. Pattern Detection</a:t>
                      </a:r>
                      <a:endParaRPr kumimoji="0" lang="en-US" sz="2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914400" marR="0" lvl="1" indent="-355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Identify recurring operational patterns </a:t>
                      </a:r>
                    </a:p>
                    <a:p>
                      <a:pPr marL="914400" marR="0" lvl="1" indent="-355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Group similar stream </a:t>
                      </a:r>
                      <a:r>
                        <a:rPr kumimoji="0" lang="en-US" sz="2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behaviour</a:t>
                      </a: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 </a:t>
                      </a:r>
                    </a:p>
                    <a:p>
                      <a:pPr marL="342900" marR="0" lvl="0" indent="-1905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342900" marR="0" lvl="0" indent="-1905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342900" marR="0" lvl="0" indent="-19050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342900" marR="0" lvl="0" indent="-19050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342900" marR="0" lvl="0" indent="-19050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endParaRPr kumimoji="0" lang="en-US" sz="2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76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4. Timeline </a:t>
                      </a:r>
                    </a:p>
                    <a:p>
                      <a:pPr marL="876300" marR="0" lvl="1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Display stream activity over time </a:t>
                      </a:r>
                    </a:p>
                    <a:p>
                      <a:pPr marL="76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5. Anomaly Explanation</a:t>
                      </a:r>
                    </a:p>
                    <a:p>
                      <a:pPr marL="876300" marR="0" lvl="1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Provide possible reasons/context for detected anomalies </a:t>
                      </a:r>
                    </a:p>
                    <a:p>
                      <a:pPr marL="76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6. Stream Comparison</a:t>
                      </a:r>
                    </a:p>
                    <a:p>
                      <a:pPr marL="876300" marR="0" lvl="1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Compare different stream profiles </a:t>
                      </a:r>
                    </a:p>
                    <a:p>
                      <a:pPr marL="7620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7. Automatic Analysis Report</a:t>
                      </a:r>
                    </a:p>
                    <a:p>
                      <a:pPr marL="876300" marR="0" lvl="1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sym typeface="Verdana"/>
                        </a:rPr>
                        <a:t>Generate summaries and diagnostic information</a:t>
                      </a:r>
                    </a:p>
                    <a:p>
                      <a:pPr marL="342900" marR="0" lvl="0" indent="-19050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342900" marR="0" lvl="0" indent="-19050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  <a:p>
                      <a:pPr marL="342900" marR="0" lvl="0" indent="-19050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100000"/>
                        <a:buFont typeface="Arial"/>
                        <a:buNone/>
                        <a:tabLst/>
                        <a:defRPr/>
                      </a:pPr>
                      <a:endPara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sym typeface="Verdana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038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74273A-94F1-323A-D1AD-F0CC7D70B07E}"/>
              </a:ext>
            </a:extLst>
          </p:cNvPr>
          <p:cNvSpPr txBox="1"/>
          <p:nvPr/>
        </p:nvSpPr>
        <p:spPr>
          <a:xfrm>
            <a:off x="799690" y="1148874"/>
            <a:ext cx="930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prstClr val="black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The proposed application is expected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to provide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5B4E25-EF76-2950-9885-AF2CF3F33C12}"/>
              </a:ext>
            </a:extLst>
          </p:cNvPr>
          <p:cNvGraphicFramePr>
            <a:graphicFrameLocks noGrp="1"/>
          </p:cNvGraphicFramePr>
          <p:nvPr/>
        </p:nvGraphicFramePr>
        <p:xfrm>
          <a:off x="5978013" y="3097161"/>
          <a:ext cx="208280" cy="30480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95534435"/>
                    </a:ext>
                  </a:extLst>
                </a:gridCol>
              </a:tblGrid>
              <a:tr h="28513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28015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5E0DE0-D5A8-74C9-B236-7BD673313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178102"/>
              </p:ext>
            </p:extLst>
          </p:nvPr>
        </p:nvGraphicFramePr>
        <p:xfrm>
          <a:off x="901290" y="1083458"/>
          <a:ext cx="10579510" cy="4914219"/>
        </p:xfrm>
        <a:graphic>
          <a:graphicData uri="http://schemas.openxmlformats.org/drawingml/2006/table">
            <a:tbl>
              <a:tblPr firstRow="1" bandRow="1"/>
              <a:tblGrid>
                <a:gridCol w="5289755">
                  <a:extLst>
                    <a:ext uri="{9D8B030D-6E8A-4147-A177-3AD203B41FA5}">
                      <a16:colId xmlns:a16="http://schemas.microsoft.com/office/drawing/2014/main" val="4270508179"/>
                    </a:ext>
                  </a:extLst>
                </a:gridCol>
                <a:gridCol w="5289755">
                  <a:extLst>
                    <a:ext uri="{9D8B030D-6E8A-4147-A177-3AD203B41FA5}">
                      <a16:colId xmlns:a16="http://schemas.microsoft.com/office/drawing/2014/main" val="2313465842"/>
                    </a:ext>
                  </a:extLst>
                </a:gridCol>
              </a:tblGrid>
              <a:tr h="4914219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Software Requirements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Python 3.x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VS Code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Git &amp; GitHub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Required Python libraries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Database system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Frontend / UI framework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AI/ML libraries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Hardware Requirements</a:t>
                      </a:r>
                    </a:p>
                    <a:p>
                      <a:pPr marL="342900" lvl="1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Laptop / Desktop </a:t>
                      </a:r>
                    </a:p>
                    <a:p>
                      <a:pPr marL="342900" lvl="1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Multi-core processor </a:t>
                      </a:r>
                    </a:p>
                    <a:p>
                      <a:pPr marL="342900" lvl="1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Minimum 8 GB RAM </a:t>
                      </a:r>
                    </a:p>
                    <a:p>
                      <a:pPr marL="342900" lvl="1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Sufficient storage for datasets and stream files </a:t>
                      </a:r>
                    </a:p>
                    <a:p>
                      <a:pPr marL="342900" lvl="1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Internet connection for development/repository access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038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3E5893-EE73-8A4B-43FD-8092007B8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827339"/>
              </p:ext>
            </p:extLst>
          </p:nvPr>
        </p:nvGraphicFramePr>
        <p:xfrm>
          <a:off x="901290" y="1083458"/>
          <a:ext cx="10579510" cy="4914219"/>
        </p:xfrm>
        <a:graphic>
          <a:graphicData uri="http://schemas.openxmlformats.org/drawingml/2006/table">
            <a:tbl>
              <a:tblPr firstRow="1" bandRow="1"/>
              <a:tblGrid>
                <a:gridCol w="5289755">
                  <a:extLst>
                    <a:ext uri="{9D8B030D-6E8A-4147-A177-3AD203B41FA5}">
                      <a16:colId xmlns:a16="http://schemas.microsoft.com/office/drawing/2014/main" val="4270508179"/>
                    </a:ext>
                  </a:extLst>
                </a:gridCol>
                <a:gridCol w="5289755">
                  <a:extLst>
                    <a:ext uri="{9D8B030D-6E8A-4147-A177-3AD203B41FA5}">
                      <a16:colId xmlns:a16="http://schemas.microsoft.com/office/drawing/2014/main" val="2313465842"/>
                    </a:ext>
                  </a:extLst>
                </a:gridCol>
              </a:tblGrid>
              <a:tr h="4914219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Functional Requirements</a:t>
                      </a:r>
                    </a:p>
                    <a:p>
                      <a:pPr marL="285750" lvl="2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Accept BB Frame, GSE and TS input </a:t>
                      </a:r>
                    </a:p>
                    <a:p>
                      <a:pPr marL="285750" lvl="2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Detect input format </a:t>
                      </a:r>
                    </a:p>
                    <a:p>
                      <a:pPr marL="285750" lvl="2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Parse the selected stream format </a:t>
                      </a:r>
                    </a:p>
                    <a:p>
                      <a:pPr marL="285750" lvl="2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Validate and clean stream data </a:t>
                      </a:r>
                    </a:p>
                    <a:p>
                      <a:pPr marL="285750" lvl="2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Extract relevant features </a:t>
                      </a:r>
                    </a:p>
                    <a:p>
                      <a:pPr marL="285750" lvl="2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Analyze stream health </a:t>
                      </a:r>
                    </a:p>
                    <a:p>
                      <a:pPr marL="285750" lvl="2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Detect anomalies/patterns </a:t>
                      </a:r>
                    </a:p>
                    <a:p>
                      <a:pPr marL="285750" lvl="2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Visualize analysis results </a:t>
                      </a:r>
                    </a:p>
                    <a:p>
                      <a:pPr marL="285750" lvl="2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Generate reports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Non-Functional Requirements</a:t>
                      </a:r>
                    </a:p>
                    <a:p>
                      <a:pPr marL="285750" lvl="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Accuracy </a:t>
                      </a:r>
                    </a:p>
                    <a:p>
                      <a:pPr marL="285750" lvl="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Reliability </a:t>
                      </a:r>
                    </a:p>
                    <a:p>
                      <a:pPr marL="285750" lvl="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Usability </a:t>
                      </a:r>
                    </a:p>
                    <a:p>
                      <a:pPr marL="285750" lvl="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Scalability </a:t>
                      </a:r>
                    </a:p>
                    <a:p>
                      <a:pPr marL="285750" lvl="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Maintainability </a:t>
                      </a:r>
                    </a:p>
                    <a:p>
                      <a:pPr marL="285750" lvl="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Reasonable processing performance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038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EEC352-3C3B-97D5-A3C5-7B5DB2D21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2890"/>
            <a:ext cx="12192000" cy="585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025014"/>
            <a:ext cx="10668000" cy="5965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  <a:defRPr sz="1300" b="1">
                <a:solidFill>
                  <a:srgbClr val="0C2340"/>
                </a:solidFill>
              </a:defRPr>
            </a:pPr>
            <a:r>
              <a:rPr lang="en-IN" sz="2000" dirty="0"/>
              <a:t>References (IEEE / APA Format):</a:t>
            </a:r>
            <a:br>
              <a:rPr lang="en-IN" sz="1400" dirty="0"/>
            </a:br>
            <a:endParaRPr lang="en-IN" sz="1400" dirty="0"/>
          </a:p>
          <a:p>
            <a:pPr lvl="0"/>
            <a:r>
              <a:rPr lang="en-IN" sz="1200" b="1" dirty="0"/>
              <a:t>[1]</a:t>
            </a:r>
            <a:r>
              <a:rPr lang="en-IN" sz="1200" dirty="0"/>
              <a:t> A. Morello and V. Mignone, “DVB-S2: The Second Generation Standard for Satellite Broad-Band Services,” </a:t>
            </a:r>
            <a:r>
              <a:rPr lang="en-IN" sz="1200" i="1" dirty="0"/>
              <a:t>Proc. IEEE</a:t>
            </a:r>
            <a:r>
              <a:rPr lang="en-IN" sz="1200" dirty="0"/>
              <a:t>, vol. 94, no. 1, pp. 210–227, 2006, </a:t>
            </a:r>
            <a:r>
              <a:rPr lang="en-IN" sz="1200" dirty="0" err="1"/>
              <a:t>doi</a:t>
            </a:r>
            <a:r>
              <a:rPr lang="en-IN" sz="1200" dirty="0"/>
              <a:t>: 10.1109/JPROC.2005.861013. </a:t>
            </a:r>
          </a:p>
          <a:p>
            <a:pPr lvl="0"/>
            <a:r>
              <a:rPr lang="en-IN" sz="1200" b="1" dirty="0"/>
              <a:t>[2]</a:t>
            </a:r>
            <a:r>
              <a:rPr lang="en-IN" sz="1200" dirty="0"/>
              <a:t> G. </a:t>
            </a:r>
            <a:r>
              <a:rPr lang="en-IN" sz="1200" dirty="0" err="1"/>
              <a:t>Albertazzi</a:t>
            </a:r>
            <a:r>
              <a:rPr lang="en-IN" sz="1200" dirty="0"/>
              <a:t> </a:t>
            </a:r>
            <a:r>
              <a:rPr lang="en-IN" sz="1200" i="1" dirty="0"/>
              <a:t>et al.</a:t>
            </a:r>
            <a:r>
              <a:rPr lang="en-IN" sz="1200" dirty="0"/>
              <a:t>, “On the Adaptive DVB-S2 Physical Layer: Design and Performance,” </a:t>
            </a:r>
            <a:r>
              <a:rPr lang="en-IN" sz="1200" i="1" dirty="0"/>
              <a:t>IEEE Wireless Communications</a:t>
            </a:r>
            <a:r>
              <a:rPr lang="en-IN" sz="1200" dirty="0"/>
              <a:t>, vol. 12, no. 6, pp. 62–68, 2005, </a:t>
            </a:r>
            <a:r>
              <a:rPr lang="en-IN" sz="1200" dirty="0" err="1"/>
              <a:t>doi</a:t>
            </a:r>
            <a:r>
              <a:rPr lang="en-IN" sz="1200" dirty="0"/>
              <a:t>: 10.1109/MWC.2005.1561946. </a:t>
            </a:r>
          </a:p>
          <a:p>
            <a:pPr lvl="0"/>
            <a:r>
              <a:rPr lang="en-IN" sz="1200" b="1" dirty="0"/>
              <a:t>[3]</a:t>
            </a:r>
            <a:r>
              <a:rPr lang="en-IN" sz="1200" dirty="0"/>
              <a:t> E. Casini, R. De Gaudenzi, and A. </a:t>
            </a:r>
            <a:r>
              <a:rPr lang="en-IN" sz="1200" dirty="0" err="1"/>
              <a:t>Ginesi</a:t>
            </a:r>
            <a:r>
              <a:rPr lang="en-IN" sz="1200" dirty="0"/>
              <a:t>, “DVB-S2 Modem Algorithms Design and Performance over Typical Satellite Channels,” </a:t>
            </a:r>
            <a:r>
              <a:rPr lang="en-IN" sz="1200" i="1" dirty="0"/>
              <a:t>Int. J. Satell. Commun. Network.</a:t>
            </a:r>
            <a:r>
              <a:rPr lang="en-IN" sz="1200" dirty="0"/>
              <a:t>, vol. 22, no. 3, pp. 281–318, 2004, </a:t>
            </a:r>
            <a:r>
              <a:rPr lang="en-IN" sz="1200" dirty="0" err="1"/>
              <a:t>doi</a:t>
            </a:r>
            <a:r>
              <a:rPr lang="en-IN" sz="1200" dirty="0"/>
              <a:t>: 10.1002/sat.791. </a:t>
            </a:r>
          </a:p>
          <a:p>
            <a:pPr lvl="0"/>
            <a:r>
              <a:rPr lang="en-IN" sz="1200" b="1" dirty="0"/>
              <a:t>[4]</a:t>
            </a:r>
            <a:r>
              <a:rPr lang="en-IN" sz="1200" dirty="0"/>
              <a:t> J. Cantillo </a:t>
            </a:r>
            <a:r>
              <a:rPr lang="en-IN" sz="1200" i="1" dirty="0"/>
              <a:t>et al.</a:t>
            </a:r>
            <a:r>
              <a:rPr lang="en-IN" sz="1200" dirty="0"/>
              <a:t>, “GSE: A Flexible, Yet Efficient, Encapsulation for IP over DVB-S2 Continuous Generic Streams,” </a:t>
            </a:r>
            <a:r>
              <a:rPr lang="en-IN" sz="1200" i="1" dirty="0"/>
              <a:t>Int. J. Satell. Commun. Network.</a:t>
            </a:r>
            <a:r>
              <a:rPr lang="en-IN" sz="1200" dirty="0"/>
              <a:t>, vol. 26, pp. 231–250, 2008, </a:t>
            </a:r>
            <a:r>
              <a:rPr lang="en-IN" sz="1200" dirty="0" err="1"/>
              <a:t>doi</a:t>
            </a:r>
            <a:r>
              <a:rPr lang="en-IN" sz="1200" dirty="0"/>
              <a:t>: 10.1002/sat.915. </a:t>
            </a:r>
          </a:p>
          <a:p>
            <a:pPr lvl="0"/>
            <a:r>
              <a:rPr lang="en-IN" sz="1200" b="1" dirty="0"/>
              <a:t>[5]</a:t>
            </a:r>
            <a:r>
              <a:rPr lang="en-IN" sz="1200" dirty="0"/>
              <a:t> J. Cantillo, J. Lacan, I. </a:t>
            </a:r>
            <a:r>
              <a:rPr lang="en-IN" sz="1200" dirty="0" err="1"/>
              <a:t>Buret</a:t>
            </a:r>
            <a:r>
              <a:rPr lang="en-IN" sz="1200" dirty="0"/>
              <a:t>, and F. Arnal, “Design Issues for the Generic Stream Encapsulation (GSE) of IP Datagrams over DVB-S2,” in </a:t>
            </a:r>
            <a:r>
              <a:rPr lang="en-IN" sz="1200" i="1" dirty="0"/>
              <a:t>Proc. IWSSC</a:t>
            </a:r>
            <a:r>
              <a:rPr lang="en-IN" sz="1200" dirty="0"/>
              <a:t>, pp. 276–280, 2007, </a:t>
            </a:r>
            <a:r>
              <a:rPr lang="en-IN" sz="1200" dirty="0" err="1"/>
              <a:t>doi</a:t>
            </a:r>
            <a:r>
              <a:rPr lang="en-IN" sz="1200" dirty="0"/>
              <a:t>: 10.1109/IWSSC.2007.4409430. </a:t>
            </a:r>
          </a:p>
          <a:p>
            <a:pPr lvl="0"/>
            <a:r>
              <a:rPr lang="en-IN" sz="1200" b="1" dirty="0"/>
              <a:t>[6]</a:t>
            </a:r>
            <a:r>
              <a:rPr lang="en-IN" sz="1200" dirty="0"/>
              <a:t> P. Th. Savvopoulos, N. Papandreou, and T. </a:t>
            </a:r>
            <a:r>
              <a:rPr lang="en-IN" sz="1200" dirty="0" err="1"/>
              <a:t>Antonakopoulos</a:t>
            </a:r>
            <a:r>
              <a:rPr lang="en-IN" sz="1200" dirty="0"/>
              <a:t>, “A Software-Radio Test-bed for Measuring the Performance of DVB-S2 Receiver Circuits,” in </a:t>
            </a:r>
            <a:r>
              <a:rPr lang="en-IN" sz="1200" i="1" dirty="0"/>
              <a:t>Proc. SPSC</a:t>
            </a:r>
            <a:r>
              <a:rPr lang="en-IN" sz="1200" dirty="0"/>
              <a:t>, 2008, </a:t>
            </a:r>
            <a:r>
              <a:rPr lang="en-IN" sz="1200" dirty="0" err="1"/>
              <a:t>doi</a:t>
            </a:r>
            <a:r>
              <a:rPr lang="en-IN" sz="1200" dirty="0"/>
              <a:t>: 10.1109/SPSC.2008.4686729. </a:t>
            </a:r>
          </a:p>
          <a:p>
            <a:pPr lvl="0"/>
            <a:r>
              <a:rPr lang="en-IN" sz="1200" b="1" dirty="0"/>
              <a:t>[7]</a:t>
            </a:r>
            <a:r>
              <a:rPr lang="en-IN" sz="1200" dirty="0"/>
              <a:t> E. Arbon, P. Smet, L. Gunn, and M. McDonnell, “Anomaly Detection in Satellite Communications Systems using LSTM Networks,” in </a:t>
            </a:r>
            <a:r>
              <a:rPr lang="en-IN" sz="1200" i="1" dirty="0"/>
              <a:t>Proc. </a:t>
            </a:r>
            <a:r>
              <a:rPr lang="en-IN" sz="1200" i="1" dirty="0" err="1"/>
              <a:t>MilCIS</a:t>
            </a:r>
            <a:r>
              <a:rPr lang="en-IN" sz="1200" dirty="0"/>
              <a:t>, IEEE, 2018, Art. no. 8574109, </a:t>
            </a:r>
            <a:r>
              <a:rPr lang="en-IN" sz="1200" dirty="0" err="1"/>
              <a:t>doi</a:t>
            </a:r>
            <a:r>
              <a:rPr lang="en-IN" sz="1200" dirty="0"/>
              <a:t>: 10.1109/MilCIS.2018.8574109. </a:t>
            </a:r>
          </a:p>
          <a:p>
            <a:pPr lvl="0"/>
            <a:r>
              <a:rPr lang="en-IN" sz="1200" b="1" dirty="0"/>
              <a:t>[8]</a:t>
            </a:r>
            <a:r>
              <a:rPr lang="en-IN" sz="1200" dirty="0"/>
              <a:t> D. Pan </a:t>
            </a:r>
            <a:r>
              <a:rPr lang="en-IN" sz="1200" i="1" dirty="0"/>
              <a:t>et al.</a:t>
            </a:r>
            <a:r>
              <a:rPr lang="en-IN" sz="1200" dirty="0"/>
              <a:t>, “Satellite Telemetry Data Anomaly Detection Using Bi-LSTM Prediction Based Model,” in </a:t>
            </a:r>
            <a:r>
              <a:rPr lang="en-IN" sz="1200" i="1" dirty="0"/>
              <a:t>Proc. IEEE I2MTC</a:t>
            </a:r>
            <a:r>
              <a:rPr lang="en-IN" sz="1200" dirty="0"/>
              <a:t>, 2020, </a:t>
            </a:r>
            <a:r>
              <a:rPr lang="en-IN" sz="1200" dirty="0" err="1"/>
              <a:t>doi</a:t>
            </a:r>
            <a:r>
              <a:rPr lang="en-IN" sz="1200" dirty="0"/>
              <a:t>: 10.1109/I2MTC43012.2020.9129010. </a:t>
            </a:r>
          </a:p>
          <a:p>
            <a:pPr lvl="0"/>
            <a:r>
              <a:rPr lang="en-IN" sz="1200" b="1" dirty="0"/>
              <a:t>[9]</a:t>
            </a:r>
            <a:r>
              <a:rPr lang="en-IN" sz="1200" dirty="0"/>
              <a:t> Z. Zeng </a:t>
            </a:r>
            <a:r>
              <a:rPr lang="en-IN" sz="1200" i="1" dirty="0"/>
              <a:t>et al.</a:t>
            </a:r>
            <a:r>
              <a:rPr lang="en-IN" sz="1200" dirty="0"/>
              <a:t>, “Satellite Telemetry Data Anomaly Detection Using Causal Network and Feature-Attention-Based LSTM,” </a:t>
            </a:r>
            <a:r>
              <a:rPr lang="en-IN" sz="1200" i="1" dirty="0"/>
              <a:t>IEEE Trans. </a:t>
            </a:r>
            <a:r>
              <a:rPr lang="en-IN" sz="1200" i="1" dirty="0" err="1"/>
              <a:t>Instrum</a:t>
            </a:r>
            <a:r>
              <a:rPr lang="en-IN" sz="1200" i="1" dirty="0"/>
              <a:t>. Meas.</a:t>
            </a:r>
            <a:r>
              <a:rPr lang="en-IN" sz="1200" dirty="0"/>
              <a:t>, vol. 71, 2022, </a:t>
            </a:r>
            <a:r>
              <a:rPr lang="en-IN" sz="1200" dirty="0" err="1"/>
              <a:t>doi</a:t>
            </a:r>
            <a:r>
              <a:rPr lang="en-IN" sz="1200" dirty="0"/>
              <a:t>: 10.1109/TIM.2022.3151930. </a:t>
            </a:r>
          </a:p>
          <a:p>
            <a:pPr lvl="0"/>
            <a:r>
              <a:rPr lang="en-IN" sz="1200" b="1" dirty="0"/>
              <a:t>[10]</a:t>
            </a:r>
            <a:r>
              <a:rPr lang="en-IN" sz="1200" dirty="0"/>
              <a:t> J. Wang, H. Li, L. Wang, and Z. Xu, “Satellite Telemetry Data Anomaly Detection using Multiple Factors and Co-Attention based LSTM,” in </a:t>
            </a:r>
            <a:r>
              <a:rPr lang="en-IN" sz="1200" i="1" dirty="0"/>
              <a:t>Proc. IEEE WCNC</a:t>
            </a:r>
            <a:r>
              <a:rPr lang="en-IN" sz="1200" dirty="0"/>
              <a:t>, 2023, </a:t>
            </a:r>
            <a:r>
              <a:rPr lang="en-IN" sz="1200" dirty="0" err="1"/>
              <a:t>doi</a:t>
            </a:r>
            <a:r>
              <a:rPr lang="en-IN" sz="1200" dirty="0"/>
              <a:t>: 10.1109/WCNC55385.2023.10118903. </a:t>
            </a:r>
          </a:p>
          <a:p>
            <a:pPr marL="152400" indent="0">
              <a:spcBef>
                <a:spcPts val="0"/>
              </a:spcBef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1334</Words>
  <Application>Microsoft Office PowerPoint</Application>
  <PresentationFormat>Widescreen</PresentationFormat>
  <Paragraphs>158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Verdana</vt:lpstr>
      <vt:lpstr>Wingdings</vt:lpstr>
      <vt:lpstr>Bioinformatics</vt:lpstr>
      <vt:lpstr>PowerPoint Presentation</vt:lpstr>
      <vt:lpstr>Development of a Software Application for Analysis and Processing of DVB-S2 Receiver Output Stream</vt:lpstr>
      <vt:lpstr>INDEX</vt:lpstr>
      <vt:lpstr>Problem Statement Number: PRJ_111</vt:lpstr>
      <vt:lpstr>Github Link</vt:lpstr>
      <vt:lpstr>Introduction</vt:lpstr>
      <vt:lpstr>Literature Review</vt:lpstr>
      <vt:lpstr>Architecture Diagram</vt:lpstr>
      <vt:lpstr>Output Expected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Rakeshwar ‎</cp:lastModifiedBy>
  <cp:revision>47</cp:revision>
  <dcterms:modified xsi:type="dcterms:W3CDTF">2026-08-28T18:02:16Z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